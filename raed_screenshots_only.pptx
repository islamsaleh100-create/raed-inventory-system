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495CAE3-F4AC-43A3-B0E7-5C2227319B1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19DBA9-0F10-4961-A223-02A9C7D121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4C3C6E-28CC-4B57-BD97-D1E047E15B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F3860D-8350-48B2-97F6-4740E81B69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40092C-6AC6-4EC2-B5A9-A66B595F55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3871A-2307-4CF5-88D9-D4EFC1FB1F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AC0CB6-947D-4D5E-AF75-AA3198665D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D4D5BB-253E-48B1-8B9F-C503117C4D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D61DBF-898B-443D-860A-70BA061B1B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C3947B-E8EC-4FAE-964D-CD37434B2D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49DD33-7736-411C-AC4B-3B1F4FD87F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0B439-A27B-40DE-9A02-F70ADC407D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0B45B-035D-4B5A-9A40-9A41B71903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BCA5C-26E1-4DA6-B0E4-3278126EED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79154E-114D-4328-8835-FA475CA0B7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121BA6-461D-42F4-894C-AEC853E464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5F3DED-867E-42E4-868F-5212B8B1ED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DB03E6-37A8-4351-B0A9-967A4A83B1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86B07-C444-4F85-86D1-8A00ABE776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11AEB3-DD68-4C5D-8F70-70D8A3CD07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F0EFD6-5853-4227-899F-A7BDD46187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A25BAB-AC37-41CC-A551-0FFCA2CFCE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94A534-C9D1-47C9-8006-BD80CFB3B8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شاشة الدخول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tmp/pptx_work/screenshots_app/01_login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دخول آمن بالحساب — مع عرض اللغة والشعار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لوحة تحكم العمليات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/tmp/pptx_work/screenshots_app/02_dashboard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نظرة شاملة: طلبيات اليوم، نواقص، تحت الحد، جودة، تدريب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الجرد اليومي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/tmp/pptx_work/screenshots_app/03_inventory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إدخال الجرد صنفاً صنفاً مع مقارنة تلقائية بالكمية الدفترية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3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قائمة الطلبيات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/tmp/pptx_work/screenshots_app/04_order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كل طلبيات الفرع بحالاتها: قيد الاعتماد، تجهيز، صرف، وصول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4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طلبية يومية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/tmp/pptx_work/screenshots_app/05_daily_order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إنشاء طلبية جديدة من الأصناف الناقصة أو تحت الحد الأدنى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5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استلام البضاعة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0" descr="/tmp/pptx_work/screenshots_app/06_receiving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تسجيل الكميات المستلمة مع إدخال فروقات (كسر، نقص، زيادة)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6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حالة المخزون في الفرع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0" descr="/tmp/pptx_work/screenshots_app/07_branch_stock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كميات مباشرة لكل صنف مع تمييز ما هو تحت الحد الأدنى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7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تحويل بين الفروع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/tmp/pptx_work/screenshots_app/08_inter_branch_transfer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تحويل طارئ لتغطية نقص من فرع شقيق — باعتماد مدير المنطقة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8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طلبيات المستودع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0" descr="/tmp/pptx_work/screenshots_app/09_warehouse_order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إدارة طلبيات جميع الفروع من شاشة واحدة في المستودع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9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تجهيز الطلبية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0" descr="/tmp/pptx_work/screenshots_app/10_warehouse_picking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قائمة أصناف مرتبة للتجهيز من على الرف — مع تأكيد الكميات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10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مخزون المستودع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/tmp/pptx_work/screenshots_app/11_warehouse_stock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مخزون المستودع لحظياً + حركة الصرف والاستلام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11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تقارير المستودع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 0" descr="/tmp/pptx_work/screenshots_app/12_warehouse_report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تقارير تفصيلية للحركة والعجز الدفتري والطلبيات الصادرة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12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موافقات تحويلات الفروع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0" descr="/tmp/pptx_work/screenshots_app/13_inter_branch_approval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شاشة مدير المنطقة لاعتماد التحويلات بين الفروع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13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داشبورد التوصيل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0" descr="/tmp/pptx_work/screenshots_app/14_delivery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الشحنات من المستودع للفرع — مع مسار السائق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14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أداء الفروع في التوصيل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0" descr="/tmp/pptx_work/screenshots_app/15_delivery_branch_stat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مقارنة أوقات التوصيل والاستلام بين الفروع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15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زيارات الجودة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tmp/pptx_work/screenshots_app/16_quality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قائمة الزيارات الجودة السابقة مع الدرجة والملاحظات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16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الإجراءات التصحيحية المفتوحة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/tmp/pptx_work/screenshots_app/17_quality_open_action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متابعة البنود الراسبة التي تحتاج معالجة في الفرع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17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تحليلات الجودة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/tmp/pptx_work/screenshots_app/18_quality_analytic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مقاييس أداء الفروع جودةً — اتجاهات وأقسام وأسباب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18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تقييمات التدريب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0" descr="/tmp/pptx_work/screenshots_app/19_training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قوالب تقييم الباريستا ومدير الفرع — مع نتيجة تلقائية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19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الوثائق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0" descr="/tmp/pptx_work/screenshots_app/20_document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تراخيص وعقود وشهادات — مع تنبيه قبل انتهاء الصلاحية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20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إدارة المستخدمين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Image 0" descr="/tmp/pptx_work/screenshots_app/21_admin_user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إضافة/تعديل موظفين وتحديد أدوارهم وصلاحياتهم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21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"/>
          <p:cNvSpPr/>
          <p:nvPr/>
        </p:nvSpPr>
        <p:spPr>
          <a:xfrm>
            <a:off x="0" y="822960"/>
            <a:ext cx="12191400" cy="45360"/>
          </a:xfrm>
          <a:prstGeom prst="rect">
            <a:avLst/>
          </a:prstGeom>
          <a:solidFill>
            <a:srgbClr val="D4A853"/>
          </a:solidFill>
          <a:ln w="12700">
            <a:solidFill>
              <a:srgbClr val="D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"/>
          <p:cNvSpPr/>
          <p:nvPr/>
        </p:nvSpPr>
        <p:spPr>
          <a:xfrm>
            <a:off x="457200" y="1098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2800" b="1" u="none" strike="noStrike">
                <a:solidFill>
                  <a:srgbClr val="FFFFFF"/>
                </a:solidFill>
                <a:effectLst/>
                <a:uFillTx/>
                <a:latin typeface="Arial"/>
                <a:cs typeface="Arial"/>
              </a:rPr>
              <a:t>الإعدادات العامة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"/>
          <p:cNvSpPr/>
          <p:nvPr/>
        </p:nvSpPr>
        <p:spPr>
          <a:xfrm>
            <a:off x="887040" y="978480"/>
            <a:ext cx="10414800" cy="5083560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E8DAB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0" descr="/tmp/pptx_work/screenshots_app/22_admin_settings.jpg"/>
          <p:cNvPicPr/>
          <p:nvPr/>
        </p:nvPicPr>
        <p:blipFill>
          <a:blip r:embed="rId1"/>
          <a:stretch/>
        </p:blipFill>
        <p:spPr>
          <a:xfrm>
            <a:off x="960120" y="1051560"/>
            <a:ext cx="10268280" cy="493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4"/>
          <p:cNvSpPr/>
          <p:nvPr/>
        </p:nvSpPr>
        <p:spPr>
          <a:xfrm>
            <a:off x="457200" y="6126480"/>
            <a:ext cx="11274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400" b="0" i="1" u="none" strike="noStrike">
                <a:solidFill>
                  <a:srgbClr val="8B6B47"/>
                </a:solidFill>
                <a:effectLst/>
                <a:uFillTx/>
                <a:latin typeface="Arial"/>
                <a:cs typeface="Arial"/>
              </a:rPr>
              <a:t>ضبط إعدادات النظام المركزية والتخصيصات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3D2817"/>
          </a:solidFill>
          <a:ln w="12700">
            <a:solidFill>
              <a:srgbClr val="3D28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457200" y="6537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 rtl="1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F5ECD9"/>
                </a:solidFill>
                <a:effectLst/>
                <a:uFillTx/>
                <a:latin typeface="Arial"/>
                <a:cs typeface="Arial"/>
              </a:rPr>
              <a:t>نظام رائد للمخزون — </a:t>
            </a:r>
            <a:r>
              <a:rPr lang="en-US" sz="1000" b="0" u="none" strike="noStrike">
                <a:solidFill>
                  <a:srgbClr val="F5ECD9"/>
                </a:solidFill>
                <a:effectLst/>
                <a:uFillTx/>
                <a:latin typeface="Arial"/>
                <a:ea typeface="Arial"/>
              </a:rPr>
              <a:t>ONDA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10820160" y="65379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A853"/>
                </a:solidFill>
                <a:effectLst/>
                <a:uFillTx/>
                <a:latin typeface="Arial"/>
                <a:ea typeface="Arial"/>
              </a:rPr>
              <a:t>22 / 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LibreOffice/26.2.2.2$Linux_X86_64 LibreOffice_project/620$Build-2</Application>
  <AppVersion>15.0000</AppVersion>
  <Words>0</Words>
  <Paragraphs>0</Paragraphs>
  <Company>ONDA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2026-04-18T23:12:28Z</dcterms:created>
  <dc:creator>Raed Inventory System</dc:creator>
  <dc:description/>
  <dc:language>en-US</dc:language>
  <cp:lastModifiedBy>Raed Inventory System</cp:lastModifiedBy>
  <dcterms:modified xsi:type="dcterms:W3CDTF">2026-04-18T23:12:28Z</dcterms:modified>
  <cp:revision>1</cp:revision>
  <dc:subject>PptxGenJS Presentation</dc:subject>
  <dc:title>نظام رائد — لقطات من الشاشات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On-screen Show (16:9)</vt:lpwstr>
  </property>
  <property fmtid="{D5CDD505-2E9C-101B-9397-08002B2CF9AE}" pid="4" name="Slides">
    <vt:r8>22</vt:r8>
  </property>
</Properties>
</file>